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67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B8203-6587-426E-BA36-403ECB8AC2F0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61B6E-82EA-4592-A123-E4104E7BB6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968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B8203-6587-426E-BA36-403ECB8AC2F0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61B6E-82EA-4592-A123-E4104E7BB6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696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B8203-6587-426E-BA36-403ECB8AC2F0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61B6E-82EA-4592-A123-E4104E7BB6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684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B8203-6587-426E-BA36-403ECB8AC2F0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61B6E-82EA-4592-A123-E4104E7BB6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864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B8203-6587-426E-BA36-403ECB8AC2F0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61B6E-82EA-4592-A123-E4104E7BB6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614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B8203-6587-426E-BA36-403ECB8AC2F0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61B6E-82EA-4592-A123-E4104E7BB6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592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B8203-6587-426E-BA36-403ECB8AC2F0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61B6E-82EA-4592-A123-E4104E7BB6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995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B8203-6587-426E-BA36-403ECB8AC2F0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61B6E-82EA-4592-A123-E4104E7BB6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761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B8203-6587-426E-BA36-403ECB8AC2F0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61B6E-82EA-4592-A123-E4104E7BB6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700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B8203-6587-426E-BA36-403ECB8AC2F0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61B6E-82EA-4592-A123-E4104E7BB6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1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B8203-6587-426E-BA36-403ECB8AC2F0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61B6E-82EA-4592-A123-E4104E7BB6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997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DB8203-6587-426E-BA36-403ECB8AC2F0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B61B6E-82EA-4592-A123-E4104E7BB6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177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Elements of Comprehensive Care Concept.(CCC)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MICHAEL OKUMU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92057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CASE STUDY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Kamara is a 28-year-old female who has tested HIV positive in the out patient department today. </a:t>
            </a:r>
          </a:p>
          <a:p>
            <a:r>
              <a:rPr lang="en-US" dirty="0" smtClean="0"/>
              <a:t>She was referred to the CCC ( comprehensive care </a:t>
            </a:r>
            <a:r>
              <a:rPr lang="en-US" dirty="0" err="1" smtClean="0"/>
              <a:t>centre</a:t>
            </a:r>
            <a:r>
              <a:rPr lang="en-US" dirty="0" smtClean="0"/>
              <a:t>) and her HIV status has been confirmed positive. </a:t>
            </a:r>
          </a:p>
          <a:p>
            <a:r>
              <a:rPr lang="en-US" dirty="0" smtClean="0"/>
              <a:t> What standard package of care would you offer Kamara today?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1221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Standard Package of Care for Adult PLHIV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All people living with HIV (PLHIV) should have access to a set of core interventions known to promote health, improve the quality of life, delay HIV disease progression, prevent mortality, and prevent further HIV transmission. </a:t>
            </a:r>
          </a:p>
          <a:p>
            <a:r>
              <a:rPr lang="en-US" dirty="0" smtClean="0"/>
              <a:t>Standard Package of Care for adult PLHIV consists of 8 components: </a:t>
            </a:r>
          </a:p>
          <a:p>
            <a:r>
              <a:rPr lang="en-US" dirty="0" smtClean="0"/>
              <a:t>1. </a:t>
            </a:r>
            <a:r>
              <a:rPr lang="en-US" b="1" dirty="0" smtClean="0"/>
              <a:t>Antiretroviral Therapy (ART) </a:t>
            </a:r>
          </a:p>
          <a:p>
            <a:r>
              <a:rPr lang="en-US" dirty="0" smtClean="0"/>
              <a:t>All PLHIV qualify for ART irrespective of CD4 cell count or percentage, WHO clinical stage, age, pregnancy status, or other diseases. </a:t>
            </a:r>
          </a:p>
          <a:p>
            <a:r>
              <a:rPr lang="en-US" dirty="0" smtClean="0"/>
              <a:t>ART should be initiated as soon as the patient is ready to start preferably within two weeks from time of HIV diagnosis.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70706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Standard Package of Care for Adult PLHIV </a:t>
            </a:r>
            <a:r>
              <a:rPr lang="en-US" b="1" dirty="0" err="1" smtClean="0"/>
              <a:t>contd</a:t>
            </a:r>
            <a:r>
              <a:rPr lang="en-US" b="1" dirty="0" smtClean="0"/>
              <a:t>’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2. Screening for and Prevention of Specific Opportunistic Infections (OI) </a:t>
            </a:r>
          </a:p>
          <a:p>
            <a:r>
              <a:rPr lang="en-US" dirty="0" smtClean="0"/>
              <a:t>All PLHIV should receive lifelong medicine to prevent them from opportunistic infections</a:t>
            </a:r>
          </a:p>
          <a:p>
            <a:r>
              <a:rPr lang="en-US" dirty="0" smtClean="0"/>
              <a:t>All PLHIV should be screened for TB  and managed accordingly</a:t>
            </a:r>
          </a:p>
          <a:p>
            <a:r>
              <a:rPr lang="en-US" dirty="0" smtClean="0"/>
              <a:t>All adult PLHIV with a baseline CD4 count of ≤ 100 cells/mm3 should be screened for cryptococcal meningitis (CM)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38444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Standard Package of Care for Adult PLHIV </a:t>
            </a:r>
            <a:r>
              <a:rPr lang="en-US" dirty="0" err="1" smtClean="0"/>
              <a:t>contd</a:t>
            </a:r>
            <a:r>
              <a:rPr lang="en-US" dirty="0" smtClean="0"/>
              <a:t>’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3.Positive Health, Dignity, and Prevention, Gender Based Violence &amp; Health Education and Counselling</a:t>
            </a:r>
          </a:p>
          <a:p>
            <a:r>
              <a:rPr lang="en-US" b="1" dirty="0" smtClean="0"/>
              <a:t> </a:t>
            </a:r>
            <a:r>
              <a:rPr lang="en-US" dirty="0" smtClean="0"/>
              <a:t>All patients should be </a:t>
            </a:r>
            <a:r>
              <a:rPr lang="en-US" dirty="0" err="1" smtClean="0"/>
              <a:t>counselled</a:t>
            </a:r>
            <a:r>
              <a:rPr lang="en-US" dirty="0" smtClean="0"/>
              <a:t> and supported for disclosure of HIV status; partner/family testing and engagement; condom use; family planning; sexually transmitted infections screening; and treatment adherence services.</a:t>
            </a:r>
          </a:p>
          <a:p>
            <a:r>
              <a:rPr lang="en-US" dirty="0" smtClean="0"/>
              <a:t> All females aged 15-49 years and emancipated minors accessing HIV care services should be screened for Gender Based Violence (GBV) as part of the standard package of care </a:t>
            </a:r>
          </a:p>
          <a:p>
            <a:r>
              <a:rPr lang="en-US" dirty="0" smtClean="0"/>
              <a:t>All PLHIV should be provided with health education and counselling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34595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Standard Package of Care for Adult PLHIV </a:t>
            </a:r>
            <a:r>
              <a:rPr lang="en-US" dirty="0" err="1" smtClean="0"/>
              <a:t>contd</a:t>
            </a:r>
            <a:r>
              <a:rPr lang="en-US" dirty="0" smtClean="0"/>
              <a:t>’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4.Reproductive Health Services </a:t>
            </a:r>
          </a:p>
          <a:p>
            <a:r>
              <a:rPr lang="en-US" dirty="0" smtClean="0"/>
              <a:t>All PLHIV should be screened for ( sexually transmitted diseases) STI at every clinic visit</a:t>
            </a:r>
          </a:p>
          <a:p>
            <a:r>
              <a:rPr lang="en-US" dirty="0" smtClean="0"/>
              <a:t> Pregnancy status should be determined for all women of reproductive age at every visit and their contraception need determined and met</a:t>
            </a:r>
          </a:p>
          <a:p>
            <a:r>
              <a:rPr lang="en-US" dirty="0" smtClean="0"/>
              <a:t> All HIV positive women between the ages of 18 - 65 years should be screened for cervical cancer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03534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Standard Package of Care for Adult PLHIV </a:t>
            </a:r>
            <a:r>
              <a:rPr lang="en-US" b="1" dirty="0" err="1" smtClean="0"/>
              <a:t>contd</a:t>
            </a:r>
            <a:r>
              <a:rPr lang="en-US" b="1" dirty="0" smtClean="0"/>
              <a:t>’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5. Screening for and Management of Non-Communicable Diseases </a:t>
            </a:r>
            <a:r>
              <a:rPr lang="en-US" dirty="0" smtClean="0"/>
              <a:t>Lifestyle modifications are always the first line of prevention and management for high blood pressure, diabetes mellitus, </a:t>
            </a:r>
          </a:p>
          <a:p>
            <a:r>
              <a:rPr lang="en-US" b="1" dirty="0" smtClean="0"/>
              <a:t>6. Mental Health Screening and Management </a:t>
            </a:r>
          </a:p>
          <a:p>
            <a:r>
              <a:rPr lang="en-US" dirty="0" smtClean="0"/>
              <a:t>All PLHIV should receive basic screening for depression before initiating ART, whenever depression is suspected and at least on an annual basis </a:t>
            </a:r>
          </a:p>
          <a:p>
            <a:r>
              <a:rPr lang="en-US" dirty="0" smtClean="0"/>
              <a:t>All adults and adolescents should be screened for alcohol and drug use before initiating ART and regularly during follow-up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26831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Standard Package of Care for Adult PLHIV </a:t>
            </a:r>
            <a:r>
              <a:rPr lang="en-US" b="1" dirty="0" err="1" smtClean="0"/>
              <a:t>contd</a:t>
            </a:r>
            <a:r>
              <a:rPr lang="en-US" b="1" dirty="0" smtClean="0"/>
              <a:t>’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7.Nutrition Services </a:t>
            </a:r>
          </a:p>
          <a:p>
            <a:r>
              <a:rPr lang="en-US" dirty="0" smtClean="0"/>
              <a:t>All PLHIV should receive nutritional assessment, counselling, and support tailored to the individual needs of the patients </a:t>
            </a:r>
          </a:p>
          <a:p>
            <a:r>
              <a:rPr lang="en-US" b="1" dirty="0" smtClean="0"/>
              <a:t>8. Prevention </a:t>
            </a:r>
          </a:p>
          <a:p>
            <a:r>
              <a:rPr lang="en-US" dirty="0" smtClean="0"/>
              <a:t>PLHIV (including children) should receive vaccinations as recommended by the National Vaccines and </a:t>
            </a:r>
            <a:r>
              <a:rPr lang="en-US" dirty="0" err="1" smtClean="0"/>
              <a:t>Immunisation</a:t>
            </a:r>
            <a:r>
              <a:rPr lang="en-US" dirty="0" smtClean="0"/>
              <a:t> Programme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42211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549</Words>
  <Application>Microsoft Office PowerPoint</Application>
  <PresentationFormat>Widescreen</PresentationFormat>
  <Paragraphs>37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Elements of Comprehensive Care Concept.(CCC) </vt:lpstr>
      <vt:lpstr>CASE STUDY</vt:lpstr>
      <vt:lpstr>Standard Package of Care for Adult PLHIV </vt:lpstr>
      <vt:lpstr>Standard Package of Care for Adult PLHIV contd’</vt:lpstr>
      <vt:lpstr>Standard Package of Care for Adult PLHIV contd’</vt:lpstr>
      <vt:lpstr>Standard Package of Care for Adult PLHIV contd’</vt:lpstr>
      <vt:lpstr>Standard Package of Care for Adult PLHIV contd’</vt:lpstr>
      <vt:lpstr>Standard Package of Care for Adult PLHIV contd’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Elements of Comprehensive Care Concept.(CCC) </dc:title>
  <dc:creator>User</dc:creator>
  <cp:lastModifiedBy>ADMIN</cp:lastModifiedBy>
  <cp:revision>2</cp:revision>
  <dcterms:created xsi:type="dcterms:W3CDTF">2023-06-05T06:57:58Z</dcterms:created>
  <dcterms:modified xsi:type="dcterms:W3CDTF">2023-12-04T07:14:15Z</dcterms:modified>
</cp:coreProperties>
</file>